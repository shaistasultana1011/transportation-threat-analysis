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5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  •  Predictive Threat Analytics  •  Executive Dashboards  •  Forecasting &amp; Alerting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667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 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Security Risk Assessment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82074" y="1307592"/>
            <a:ext cx="8997372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security_risk_assess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2" y="1197863"/>
            <a:ext cx="11658600" cy="53593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Predictive Threat Analytics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70750" y="1307592"/>
            <a:ext cx="9220019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predictive_threa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42" y="1307591"/>
            <a:ext cx="11237495" cy="5297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Executive Command-Center Dashboards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1121992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executive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102" y="1417320"/>
            <a:ext cx="853331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Forecasting, Alerting, Security &amp; Performance Optimization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40946" y="1307592"/>
            <a:ext cx="8679628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forecasting_alerting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89" y="1197864"/>
            <a:ext cx="11309685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3D5A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Accident Data into Actionable Safety Intelligence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dashboards, the project delivers an end-to-end view of road accident risk — from raw incident data to predictive threat scoring.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 consistently point to darkness without lighting, weekend timing, and lack of distancing as the strongest predictors of severe outcomes.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Command Center and Forecasting dashboards translate these findings into a 15.4% critical accident rate and an 11.38% alert rate, giving decision-makers a clear, monitorable baseline.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dashboards equip stakeholders to prioritize interventions by location, time of day, and weather condition — improving both response speed and long-term road safety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060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94960" y="3840480"/>
            <a:ext cx="137160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Road Accident Transportation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   •   Rhutuja Kshirsagar   •   Shaista Sultana   •   Subasri 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Pavana R</cp:lastModifiedBy>
  <cp:revision>2</cp:revision>
  <dcterms:created xsi:type="dcterms:W3CDTF">2026-09-03T12:05:44Z</dcterms:created>
  <dcterms:modified xsi:type="dcterms:W3CDTF">2026-09-03T12:13:51Z</dcterms:modified>
</cp:coreProperties>
</file>