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3E01-A02A-FFE6-6AB7-B853F94D4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2B015-0E84-F6DC-8CB5-ECA5914A9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D65C2-BDF3-D3D1-4C6D-1430A215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73615-8EFE-7F74-3934-B851E1A2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BE211-238A-64D6-B0D5-6E89915D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C003-C13D-C785-2B1D-7A3769855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E9F6F-CC06-836F-0494-368A55A14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4D373-645C-74E0-432D-76FF8892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29FE7-CB9B-9649-4375-2CAE49E4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2FAEE-8D7F-A113-AF20-AFC25859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28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BBBD-FD0E-9760-8771-12FFFE572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02EBC-E8F7-A03B-D690-F3F33105C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455B-1625-4B78-E2D0-A1C0EAEE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8695-B73C-BED9-EFA5-299EDB28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6C984-0468-3E7F-C552-83853603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5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C2F8-D3C0-E8D1-5FDD-A672E693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D00E-C3B3-B160-725F-CEDCC137D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9B28D-A2C5-4865-7FDC-3B6D9B56F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2600D-8E9A-5C1D-F423-5EBAE6AA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0CBDE-022D-CDCB-4F2D-65B13E1D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E6CF4-A803-F3D5-4CB2-541EBC8F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5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2037-4125-4C2D-FCC8-24BA07A1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E4773-FA28-42E5-80FD-0BB45859E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4D646-2788-2ED3-B2CF-92D1B2BBA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7871E-D622-044B-A772-0D7DF3809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4FA594-9073-8BD4-A647-44FB424B3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60434-E049-CACC-7851-0A4EB5DF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FAF9B-5C3F-D121-56A6-87A6E3069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978A6-C3BF-D836-ED1C-B06F15CC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5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636E-6286-5D5B-DD00-9BFF2810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64855-68CD-7C8E-9FCC-5A292322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39150-39EF-2BEA-1207-3647B41D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6F50C-5D27-5363-5991-2BAFDF6F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037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373131-8DA9-D73D-687A-5EA94472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B1AB1-9A77-A522-25C7-A9BF51E1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91C21-5B83-9D22-1D16-AC988A44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465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D2B3-69E7-58DC-34E0-5DE0F415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C884D-F430-2DB5-8424-343D0872A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FAC06-423A-25EB-0B3A-E1026067C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0B816-551A-378D-055C-329B0369A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BD3CF-C710-53F6-66CB-C8B945126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08A7A-2A0E-4111-6E40-2646D505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91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7CE2-C161-5022-62BB-E7C85640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E0A72-8B93-230A-466B-00A8A5AEF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6112E-0262-57EC-9F6F-B3080AF56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77DFE-E012-7E21-AAE4-8D017798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C99145-D2FC-631B-FC9E-954BCE5E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86876-0774-C56C-2A83-C3821A97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89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B9DC-38AC-16B9-E320-CD3210EF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9153F-2A19-F935-C15D-B75C36C72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C5CA-4381-65C6-0464-22213B922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87515-03F5-BDEA-D1A2-648FBE27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D3607-AA9F-42CC-1F56-4F8F342A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DAEF9-DD23-530B-1883-E985C92BD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4A94F-D509-39F5-0F1D-A929F57F4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5E18-4506-3DC1-4D5B-AE6B6939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0B724-F13E-48ED-A743-98E2E44E9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FB221-E0E6-B4E5-A1CB-07C9440C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10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80C2C-EC55-BADD-62CB-854A9E13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8F39F-2A87-881A-3BB2-FE125B36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5D897-DF4F-F97B-BB9F-65FCC7840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A2012-B528-47E8-94AD-BA5F5A5ED78F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C2BFB-5783-DDAC-1067-39C29E7BE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042D8-BFCE-96CF-A4EB-E4F1CDF0C0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40D2B-6215-4375-BF87-3AAA2A5749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95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036BF7-42BA-4544-C6D9-415C9C0C5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6" y="0"/>
            <a:ext cx="113847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6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D5117-C1E1-8B94-DB93-4C96C2229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7" y="15073"/>
            <a:ext cx="10335148" cy="689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1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CBDE2-7388-EE35-82E8-B50CEFBBA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0"/>
            <a:ext cx="11545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DEC82B-3BE2-1EBB-CAAF-A2EA57B06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-1"/>
            <a:ext cx="11806813" cy="694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8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Shaista Sultana</dc:creator>
  <cp:lastModifiedBy>Shaista Sultana</cp:lastModifiedBy>
  <cp:revision>1</cp:revision>
  <dcterms:created xsi:type="dcterms:W3CDTF">2026-08-25T19:22:01Z</dcterms:created>
  <dcterms:modified xsi:type="dcterms:W3CDTF">2026-08-25T19:27:06Z</dcterms:modified>
</cp:coreProperties>
</file>